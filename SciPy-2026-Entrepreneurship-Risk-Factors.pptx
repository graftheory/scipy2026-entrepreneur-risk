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571500" dist="2286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762000"/>
            <a:ext cx="8891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FB81C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SCIPY 2026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914400" y="1262063"/>
            <a:ext cx="838200" cy="7620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4963"/>
            <a:ext cx="8325724" cy="2214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781"/>
              </a:lnSpc>
              <a:buNone/>
            </a:pPr>
            <a:r>
              <a:rPr lang="en-US" sz="5100" b="1" spc="15" kern="0" dirty="0">
                <a:solidFill>
                  <a:srgbClr val="FFFFFF"/>
                </a:solidFill>
                <a:latin typeface="Oswald SemiBold" pitchFamily="34" charset="0"/>
                <a:ea typeface="Oswald SemiBold" pitchFamily="34" charset="-122"/>
                <a:cs typeface="Oswald SemiBold" pitchFamily="34" charset="-120"/>
              </a:rPr>
              <a:t>Assessing the Entrepreneurship Option in Uncertain Times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914400" y="5517877"/>
            <a:ext cx="159274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1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Jocelyn Graf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5905500"/>
            <a:ext cx="25615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500" dirty="0">
                <a:solidFill>
                  <a:srgbClr val="FFFFFF">
                    <a:alpha val="72000"/>
                  </a:srgbClr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Entrepreneur-in-Residence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8700" y="5981105"/>
            <a:ext cx="2857500" cy="4577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571500" dist="2286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719639" y="2368376"/>
            <a:ext cx="8752722" cy="2159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7684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How feasible is it to create steady, market-rate paid work for yourself outside of formal employment?</a:t>
            </a:r>
            <a:endParaRPr lang="en-US" sz="4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571500" dist="2286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685800"/>
            <a:ext cx="1139952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Oswald SemiBold" pitchFamily="34" charset="0"/>
                <a:ea typeface="Oswald SemiBold" pitchFamily="34" charset="-122"/>
                <a:cs typeface="Oswald SemiBold" pitchFamily="34" charset="-120"/>
              </a:rPr>
              <a:t>Entrepreneurship options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1514475"/>
            <a:ext cx="838200" cy="38100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7888"/>
            <a:ext cx="1913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500" dirty="0">
                <a:solidFill>
                  <a:srgbClr val="FFB81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20019" y="2009775"/>
            <a:ext cx="3928981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98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(Co)found a tech startup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2906018"/>
            <a:ext cx="1913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500" dirty="0">
                <a:solidFill>
                  <a:srgbClr val="FFB81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0019" y="2767905"/>
            <a:ext cx="8366939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98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Start a traditional small product or service business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" y="3664148"/>
            <a:ext cx="1913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500" dirty="0">
                <a:solidFill>
                  <a:srgbClr val="FFB81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0019" y="3526036"/>
            <a:ext cx="2179811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98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Join a startup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571500" dist="228600" dir="5400000">
              <a:srgbClr val="000000">
                <a:alpha val="35000"/>
              </a:srgbClr>
            </a:outerShdw>
          </a:effectLst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571500" dist="2286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68655" y="685800"/>
            <a:ext cx="540639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swald SemiBold" pitchFamily="34" charset="0"/>
                <a:ea typeface="Oswald SemiBold" pitchFamily="34" charset="-122"/>
                <a:cs typeface="Oswald SemiBold" pitchFamily="34" charset="-120"/>
              </a:rPr>
              <a:t>Product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16955" y="685800"/>
            <a:ext cx="540639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Oswald SemiBold" pitchFamily="34" charset="0"/>
                <a:ea typeface="Oswald SemiBold" pitchFamily="34" charset="-122"/>
                <a:cs typeface="Oswald SemiBold" pitchFamily="34" charset="-120"/>
              </a:rPr>
              <a:t>Customer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33650" y="2569369"/>
            <a:ext cx="7124700" cy="2609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571500" dist="2286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685800"/>
            <a:ext cx="1139952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Oswald SemiBold" pitchFamily="34" charset="0"/>
                <a:ea typeface="Oswald SemiBold" pitchFamily="34" charset="-122"/>
                <a:cs typeface="Oswald SemiBold" pitchFamily="34" charset="-120"/>
              </a:rPr>
              <a:t>Business model canvas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1400175"/>
            <a:ext cx="113995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72000"/>
                  </a:srgbClr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Diagram of a set of hypotheses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1947863"/>
            <a:ext cx="838200" cy="38100"/>
          </a:xfrm>
          <a:prstGeom prst="rect">
            <a:avLst/>
          </a:prstGeom>
          <a:solidFill>
            <a:srgbClr val="FFB81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3332262" y="2366963"/>
            <a:ext cx="5527402" cy="380516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907" y="3579056"/>
            <a:ext cx="497458" cy="467692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542" y="2799755"/>
            <a:ext cx="442168" cy="5042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571500" dist="2286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685800"/>
            <a:ext cx="1139952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Oswald SemiBold" pitchFamily="34" charset="0"/>
                <a:ea typeface="Oswald SemiBold" pitchFamily="34" charset="-122"/>
                <a:cs typeface="Oswald SemiBold" pitchFamily="34" charset="-120"/>
              </a:rPr>
              <a:t>Business model canvas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1514475"/>
            <a:ext cx="838200" cy="38100"/>
          </a:xfrm>
          <a:prstGeom prst="rect">
            <a:avLst/>
          </a:prstGeom>
          <a:solidFill>
            <a:srgbClr val="FFB81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1902098" y="1933575"/>
            <a:ext cx="8387730" cy="42385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571500" dist="2286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238675" y="3002310"/>
            <a:ext cx="571457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305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Most of us are makers.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571500" dist="2286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238675" y="2442270"/>
            <a:ext cx="571457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305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Most of us are makers.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960256" y="3562350"/>
            <a:ext cx="827141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305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We like to think about products.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571500" dist="228600" dir="5400000">
              <a:srgbClr val="000000">
                <a:alpha val="35000"/>
              </a:srgbClr>
            </a:outerShdw>
          </a:effectLst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571500" dist="2286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685800"/>
            <a:ext cx="1139952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Oswald SemiBold" pitchFamily="34" charset="0"/>
                <a:ea typeface="Oswald SemiBold" pitchFamily="34" charset="-122"/>
                <a:cs typeface="Oswald SemiBold" pitchFamily="34" charset="-120"/>
              </a:rPr>
              <a:t>Business model canvas for healthcare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1514475"/>
            <a:ext cx="838200" cy="38100"/>
          </a:xfrm>
          <a:prstGeom prst="rect">
            <a:avLst/>
          </a:prstGeom>
          <a:solidFill>
            <a:srgbClr val="FFB81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1714649" y="1933575"/>
            <a:ext cx="8762702" cy="42385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2026-07-15T18:47:50Z</dcterms:created>
  <dcterms:modified xsi:type="dcterms:W3CDTF">2026-07-15T18:47:50Z</dcterms:modified>
</cp:coreProperties>
</file>